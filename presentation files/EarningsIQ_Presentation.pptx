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EarningsIQ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Multi-Quarter Earnings Intelligence Assistant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22860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Zhanwu Lin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JHU Spring II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Context, User &amp;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The User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financial analyst or business student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tracks company performance across earnings quarters.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The Workflow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20–40 page transcripts, manually Ctrl+F across multiple PDFs to find management commentary on margins, guidance, and risks.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The Cost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minutes per cross-quarter question.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5544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only matches exact keywords.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answer: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management's tone on margins change from Q2 to Q4?"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synthesize across multiple documents or compute financial metrics automatically.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must read everything manually — slow and error-prone.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Solution &amp;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that lets an analyst upload 2–4 earnings call transcripts, label each by quarter, and ask cross-quarter questions in plain English.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are chunked (~300 tokens), embedded, and stored in a single FAISS index with quarter metadata. Top-5 chunks retrieved per query across all quarters.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Calculator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needs to compute revenue growth %, margin changes, or other metrics, it calls a calculator tool — deterministic math, not model estimation.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74520"/>
            <a:ext cx="2834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Structured 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includes a trend summary, per-quarter citations, and computed metrics. The app displays source passages so the user can verify.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Evaluation &amp;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EarningsIQ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(Ctrl+F)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EarningsIQ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15–30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Cross-quarter 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error-prone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with citations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metric computation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 tool (exact)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refusal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analyst may miss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clearly says 'not found'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(10 test questions)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 (keyword mismatch)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correct answers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Questions requiring external data (analyst estimates) not in the transcripts 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Tone questions where hedging language was not in the top-5 retrieved chunks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Artifact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EarningsIQ running on Apple Q2, Q3, Q4 2025 earnings transcripts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question: </a:t>
            </a:r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has Apple's gross margin changed from Q2 to Q4 2025?"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Retrieved passages from all 3 quarters  |  ✅  Cited each source  |  ✅  Identified tone shift from defensive to confident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23160"/>
            <a:ext cx="283464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down 70 bps YoY driven by mix and foreign exchange. Tone: neutral/defensive.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42316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423160"/>
            <a:ext cx="283464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834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46.5%, at high end of guidance range. Tone: cautiously optimistic.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2834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423160"/>
            <a:ext cx="283464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4231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47.2%, above high end of range. Tone: confident — 'landed in a great spot.'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GitHub: github.com/zhanwulin/earningsiq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8288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Reduces cross-quarter analysis from 30–90 min to under 30 seconds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grounds every answer in the actual transcript — no hallucination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Calculator tool ensures financial metrics are always exact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Limitation: external data (analyst estimates) not in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Human review still needed for investment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EarningsIQ — Final Project Presentation</dc:title>
  <dc:subject>PptxGenJS Presentation</dc:subject>
  <dc:creator>Zhanwu Lin</dc:creator>
  <cp:lastModifiedBy>Zhanwu Lin</cp:lastModifiedBy>
  <cp:revision>1</cp:revision>
  <dcterms:created xsi:type="dcterms:W3CDTF">2026-05-11T16:24:49Z</dcterms:created>
  <dcterms:modified xsi:type="dcterms:W3CDTF">2026-05-11T16:24:49Z</dcterms:modified>
</cp:coreProperties>
</file>